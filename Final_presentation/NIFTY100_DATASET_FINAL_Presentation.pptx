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819400"/>
            <a:ext cx="8229600" cy="3505200"/>
          </a:xfrm>
          <a:solidFill>
            <a:schemeClr val="accent3">
              <a:lumMod val="75000"/>
            </a:schemeClr>
          </a:solidFill>
          <a:ln>
            <a:solidFill>
              <a:srgbClr val="FF0000"/>
            </a:solidFill>
          </a:ln>
        </p:spPr>
        <p:txBody>
          <a:bodyPr>
            <a:normAutofit fontScale="92500" lnSpcReduction="10000"/>
          </a:bodyPr>
          <a:lstStyle/>
          <a:p>
            <a:pPr algn="l"/>
            <a:r>
              <a:rPr lang="en-US" u="sng" dirty="0" smtClean="0">
                <a:solidFill>
                  <a:srgbClr val="C00000"/>
                </a:solidFill>
              </a:rPr>
              <a:t>Technologies:-</a:t>
            </a:r>
          </a:p>
          <a:p>
            <a:pPr algn="l"/>
            <a:endParaRPr lang="en-US" dirty="0" smtClean="0">
              <a:solidFill>
                <a:srgbClr val="C00000"/>
              </a:solidFill>
            </a:endParaRPr>
          </a:p>
          <a:p>
            <a:pPr algn="l"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Python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ETL PIPELINE 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SQL 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err="1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Postgre</a:t>
            </a:r>
            <a:r>
              <a:rPr lang="en-US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-SQL 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Power BI 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DAX 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Data Engineering </a:t>
            </a:r>
          </a:p>
          <a:p>
            <a:pPr algn="l"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Financial Analytics</a:t>
            </a:r>
          </a:p>
          <a:p>
            <a:pPr algn="l"/>
            <a:r>
              <a:rPr lang="en-US" dirty="0" smtClean="0"/>
              <a:t> </a:t>
            </a:r>
          </a:p>
          <a:p>
            <a:pPr algn="r"/>
            <a:r>
              <a:rPr lang="en-US" u="sng" dirty="0" smtClean="0">
                <a:solidFill>
                  <a:srgbClr val="C00000"/>
                </a:solidFill>
              </a:rPr>
              <a:t>Prepared By: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i="1" dirty="0" err="1" smtClean="0">
                <a:solidFill>
                  <a:schemeClr val="tx1"/>
                </a:solidFill>
              </a:rPr>
              <a:t>Shivam</a:t>
            </a:r>
            <a:r>
              <a:rPr lang="en-US" i="1" dirty="0" smtClean="0">
                <a:solidFill>
                  <a:schemeClr val="tx1"/>
                </a:solidFill>
              </a:rPr>
              <a:t> </a:t>
            </a:r>
            <a:r>
              <a:rPr lang="en-US" i="1" dirty="0" err="1" smtClean="0">
                <a:solidFill>
                  <a:schemeClr val="tx1"/>
                </a:solidFill>
              </a:rPr>
              <a:t>Shukla</a:t>
            </a:r>
            <a:endParaRPr lang="en-US" i="1" dirty="0" smtClean="0">
              <a:solidFill>
                <a:schemeClr val="tx1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371600"/>
          </a:xfrm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NIFTY100 Financial Intelligence &amp; Business Analytics Platform</a:t>
            </a:r>
            <a:endParaRPr lang="en-US" b="1" u="sng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Project  Overview</a:t>
            </a:r>
            <a:endParaRPr lang="en-US" sz="3600" b="1" u="sng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00200"/>
            <a:ext cx="8503920" cy="4498848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Problem Statement</a:t>
            </a:r>
            <a:r>
              <a:rPr lang="en-US" b="1" u="sng" dirty="0" smtClean="0">
                <a:solidFill>
                  <a:srgbClr val="C00000"/>
                </a:solidFill>
              </a:rPr>
              <a:t>:-</a:t>
            </a:r>
            <a:endParaRPr lang="en-US" b="1" u="sng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Raw financial datasets are difficult to analyze directly.</a:t>
            </a:r>
          </a:p>
          <a:p>
            <a:pPr>
              <a:buNone/>
            </a:pPr>
            <a:r>
              <a:rPr lang="en-US" sz="2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Investors and analysts require: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Clean data 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Financial KPIs 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Risk analysis 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Company comparison 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Sector benchmarking </a:t>
            </a:r>
          </a:p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  <a:r>
              <a:rPr lang="en-US" b="1" u="sng" dirty="0" smtClean="0">
                <a:solidFill>
                  <a:srgbClr val="C00000"/>
                </a:solidFill>
              </a:rPr>
              <a:t>:-</a:t>
            </a:r>
            <a:endParaRPr lang="en-US" b="1" u="sng" dirty="0" smtClean="0">
              <a:solidFill>
                <a:srgbClr val="C00000"/>
              </a:solidFill>
            </a:endParaRPr>
          </a:p>
          <a:p>
            <a:r>
              <a:rPr lang="en-US" sz="2400" b="1" i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Build a complete financial intelligence platform.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Project Architecture</a:t>
            </a:r>
            <a:endParaRPr lang="en-US" sz="3600" b="1" u="sng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00200"/>
            <a:ext cx="8503920" cy="4724400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Raw Excel Files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↓</a:t>
            </a:r>
          </a:p>
          <a:p>
            <a:pPr algn="ctr">
              <a:buNone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Python ETL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↓</a:t>
            </a:r>
          </a:p>
          <a:p>
            <a:pPr algn="ctr">
              <a:buNone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Clean CSV Files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↓</a:t>
            </a:r>
          </a:p>
          <a:p>
            <a:pPr algn="ctr">
              <a:buNone/>
            </a:pPr>
            <a:r>
              <a:rPr lang="en-US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Postgre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-SQL Warehouse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↓</a:t>
            </a:r>
          </a:p>
          <a:p>
            <a:pPr algn="ctr">
              <a:buNone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ML Health Scoring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↓</a:t>
            </a:r>
          </a:p>
          <a:p>
            <a:pPr algn="ctr">
              <a:buNone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Power BI Dashboards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↓</a:t>
            </a:r>
          </a:p>
          <a:p>
            <a:pPr algn="ctr">
              <a:buNone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Business Intelligence</a:t>
            </a:r>
            <a:endParaRPr lang="en-US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76400"/>
            <a:ext cx="8503920" cy="4572000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Files Used:-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companies.xlsx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balancesheet.xlsx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cashflow.xlsx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analysis.xlsx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profitandloss.xlsx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prosandcons.xlsx </a:t>
            </a:r>
          </a:p>
          <a:p>
            <a:pPr>
              <a:buNone/>
            </a:pPr>
            <a:endParaRPr lang="en-US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Challenges:-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Missing values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Header issues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Mixed data types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Duplicate records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Inconsistent year formats</a:t>
            </a:r>
          </a:p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76400"/>
            <a:ext cx="8503920" cy="4422648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100" b="1" u="sng" dirty="0" smtClean="0">
                <a:solidFill>
                  <a:srgbClr val="C00000"/>
                </a:solidFill>
              </a:rPr>
              <a:t>Extraction:-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Data ingestion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Validation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sz="21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100" b="1" u="sng" dirty="0" smtClean="0">
                <a:solidFill>
                  <a:srgbClr val="C00000"/>
                </a:solidFill>
              </a:rPr>
              <a:t>Transformation:-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Cleaning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Standardization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Fiscal Year Extraction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Sector Mapping </a:t>
            </a:r>
          </a:p>
          <a:p>
            <a:pPr>
              <a:lnSpc>
                <a:spcPct val="90000"/>
              </a:lnSpc>
              <a:buNone/>
            </a:pPr>
            <a:endParaRPr lang="en-US" sz="21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100" b="1" u="sng" dirty="0" smtClean="0">
                <a:solidFill>
                  <a:srgbClr val="C00000"/>
                </a:solidFill>
              </a:rPr>
              <a:t>Loading:-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Postgre</a:t>
            </a: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-SQL warehouse</a:t>
            </a:r>
          </a:p>
          <a:p>
            <a:pPr>
              <a:lnSpc>
                <a:spcPct val="90000"/>
              </a:lnSpc>
            </a:pPr>
            <a:endParaRPr lang="en-US" sz="2100" b="1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Data Engineering &amp; Warehouse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76400"/>
            <a:ext cx="8503920" cy="4572000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>
            <a:normAutofit fontScale="92500"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sz="2100" b="1" u="sng" dirty="0" smtClean="0">
                <a:solidFill>
                  <a:srgbClr val="C00000"/>
                </a:solidFill>
              </a:rPr>
              <a:t>Dimension Tables:-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dim_company</a:t>
            </a: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dim_year</a:t>
            </a: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dim_sector</a:t>
            </a: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dim_health_label</a:t>
            </a: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lnSpc>
                <a:spcPct val="110000"/>
              </a:lnSpc>
            </a:pPr>
            <a:endParaRPr lang="en-US" sz="2100" b="1" dirty="0" smtClean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  <a:buNone/>
            </a:pPr>
            <a:r>
              <a:rPr lang="en-US" sz="2100" b="1" u="sng" dirty="0" smtClean="0">
                <a:solidFill>
                  <a:srgbClr val="C00000"/>
                </a:solidFill>
              </a:rPr>
              <a:t>Fact Tables:-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fact_profit_loss</a:t>
            </a: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fact_balance_sheet</a:t>
            </a: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fact_cash_flow</a:t>
            </a: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fact_analysis</a:t>
            </a: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fact_pros_cons</a:t>
            </a:r>
            <a:r>
              <a:rPr lang="en-US" sz="21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lnSpc>
                <a:spcPct val="110000"/>
              </a:lnSpc>
              <a:buFont typeface="Wingdings" pitchFamily="2" charset="2"/>
              <a:buChar char="q"/>
            </a:pPr>
            <a:r>
              <a:rPr lang="en-US" sz="21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fact_ml_scores</a:t>
            </a:r>
            <a:endParaRPr lang="en-US" sz="21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10000"/>
              </a:lnSpc>
            </a:pPr>
            <a:endParaRPr lang="en-US" sz="2100" b="1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Financial Metrics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752600"/>
            <a:ext cx="8503920" cy="4495800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>
            <a:normAutofit/>
          </a:bodyPr>
          <a:lstStyle/>
          <a:p>
            <a:pPr>
              <a:buNone/>
            </a:pPr>
            <a:r>
              <a:rPr lang="en-US" sz="3200" b="1" u="sng" dirty="0" smtClean="0">
                <a:solidFill>
                  <a:srgbClr val="C00000"/>
                </a:solidFill>
              </a:rPr>
              <a:t>Metrics Created:-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Debt-to-Equity Ratio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Net Profit Margin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Expense Ratio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Interest Coverage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Free Cash Flow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Asset Turnover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Return on Assets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Equity Ratio</a:t>
            </a:r>
          </a:p>
          <a:p>
            <a:endParaRPr lang="en-US" sz="1900" b="1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ML Health Scoring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76400"/>
            <a:ext cx="8503920" cy="4572000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3600" b="1" u="sng" dirty="0" smtClean="0">
                <a:solidFill>
                  <a:srgbClr val="C00000"/>
                </a:solidFill>
              </a:rPr>
              <a:t>Inputs:-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Profitability 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Growth 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Leverage 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Cashflow</a:t>
            </a: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Dividend 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Trend </a:t>
            </a:r>
          </a:p>
          <a:p>
            <a:endParaRPr lang="en-US" dirty="0" smtClean="0"/>
          </a:p>
          <a:p>
            <a:pPr>
              <a:buNone/>
            </a:pPr>
            <a:r>
              <a:rPr lang="en-US" sz="3600" b="1" u="sng" dirty="0" smtClean="0">
                <a:solidFill>
                  <a:srgbClr val="C00000"/>
                </a:solidFill>
              </a:rPr>
              <a:t>Outputs:-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Strong 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Moderate 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Weak </a:t>
            </a:r>
          </a:p>
          <a:p>
            <a:endParaRPr lang="en-US" dirty="0" smtClean="0"/>
          </a:p>
          <a:p>
            <a:pPr>
              <a:buNone/>
            </a:pPr>
            <a:r>
              <a:rPr lang="en-US" sz="3600" b="1" u="sng" dirty="0" smtClean="0">
                <a:solidFill>
                  <a:srgbClr val="C00000"/>
                </a:solidFill>
              </a:rPr>
              <a:t>Additional Scores:-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Growth Score 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Dividend Score 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Trend Score </a:t>
            </a:r>
          </a:p>
          <a:p>
            <a:pPr>
              <a:buFont typeface="Wingdings" pitchFamily="2" charset="2"/>
              <a:buChar char="q"/>
            </a:pPr>
            <a:r>
              <a:rPr lang="en-US" sz="29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Leverage Score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Power BI 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503920" cy="4495800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>
              <a:buNone/>
            </a:pPr>
            <a:r>
              <a:rPr lang="en-US" sz="3600" b="1" u="sng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Total 7 Dashboards:-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Executive Overview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Profitability &amp; Growth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Debt &amp; </a:t>
            </a:r>
            <a:r>
              <a:rPr lang="en-US" sz="2400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Cashflow</a:t>
            </a: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Risk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ML Health Scoring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Advanced Financial Score Analysis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Company Deep Dive 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Sector Intelligence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Dashboard 1, 2 &amp; 3 Screenshots</a:t>
            </a:r>
          </a:p>
        </p:txBody>
      </p:sp>
      <p:pic>
        <p:nvPicPr>
          <p:cNvPr id="4" name="Content Placeholder 3" descr="01_Executive_Overview_Dashboard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600200"/>
            <a:ext cx="3276601" cy="3124200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Picture 4" descr="02_Profitability &amp; Growth_Analysis_Dashboar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19801" y="1600200"/>
            <a:ext cx="2895600" cy="3124200"/>
          </a:xfrm>
          <a:prstGeom prst="rect">
            <a:avLst/>
          </a:prstGeom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6" name="Picture 5" descr="03_Debt &amp; Cashflow_Risk Analysis_Dashboar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00400" y="1600200"/>
            <a:ext cx="2971800" cy="31242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7" name="Rectangle 6"/>
          <p:cNvSpPr/>
          <p:nvPr/>
        </p:nvSpPr>
        <p:spPr>
          <a:xfrm>
            <a:off x="228600" y="4724400"/>
            <a:ext cx="8686800" cy="1905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 smtClean="0">
                <a:solidFill>
                  <a:srgbClr val="C00000"/>
                </a:solidFill>
              </a:rPr>
              <a:t>Key Findings:-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High debt reduces health score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Strong </a:t>
            </a:r>
            <a:r>
              <a:rPr lang="en-US" dirty="0" err="1" smtClean="0">
                <a:solidFill>
                  <a:schemeClr val="tx1"/>
                </a:solidFill>
              </a:rPr>
              <a:t>cashflow</a:t>
            </a:r>
            <a:r>
              <a:rPr lang="en-US" dirty="0" smtClean="0">
                <a:solidFill>
                  <a:schemeClr val="tx1"/>
                </a:solidFill>
              </a:rPr>
              <a:t> improves ranking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Profitability drives overall performance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Dashboard 4 &amp; 5 Screenshots</a:t>
            </a:r>
          </a:p>
        </p:txBody>
      </p:sp>
      <p:pic>
        <p:nvPicPr>
          <p:cNvPr id="4" name="Content Placeholder 3" descr="04_ML_Health scoring Analysis Dashboard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600200"/>
            <a:ext cx="4419600" cy="3124200"/>
          </a:xfrm>
          <a:prstGeom prst="rect">
            <a:avLst/>
          </a:prstGeom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Picture 4" descr="05_Advance Financial score Analysis_Dashboar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5800" y="1600200"/>
            <a:ext cx="4419600" cy="312420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228600" y="4724400"/>
            <a:ext cx="8686800" cy="1752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 smtClean="0">
                <a:solidFill>
                  <a:srgbClr val="C00000"/>
                </a:solidFill>
              </a:rPr>
              <a:t>Key </a:t>
            </a:r>
            <a:r>
              <a:rPr lang="en-US" sz="2800" b="1" u="sng" dirty="0" smtClean="0">
                <a:solidFill>
                  <a:srgbClr val="C00000"/>
                </a:solidFill>
              </a:rPr>
              <a:t>Findings:-</a:t>
            </a:r>
          </a:p>
          <a:p>
            <a:endParaRPr lang="en-US" b="1" u="sng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ML scoring simplifies company evaluation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Dividend and growth improve financial strength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Score decomposition improves transparency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Dashboard 6 &amp; 7 Screenshots</a:t>
            </a:r>
          </a:p>
        </p:txBody>
      </p:sp>
      <p:pic>
        <p:nvPicPr>
          <p:cNvPr id="4" name="Content Placeholder 3" descr="06_Deep Dive Analysis Dashboard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676400"/>
            <a:ext cx="4495800" cy="2819400"/>
          </a:xfrm>
          <a:prstGeom prst="rect">
            <a:avLst/>
          </a:prstGeom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Picture 4" descr="07_Sector &amp; Comparative Intelligence Analysis Dashboar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1676053"/>
            <a:ext cx="4343399" cy="2819747"/>
          </a:xfrm>
          <a:prstGeom prst="rect">
            <a:avLst/>
          </a:prstGeom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6" name="Rectangle 5"/>
          <p:cNvSpPr/>
          <p:nvPr/>
        </p:nvSpPr>
        <p:spPr>
          <a:xfrm>
            <a:off x="228600" y="4495800"/>
            <a:ext cx="8686800" cy="1981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u="sng" dirty="0" smtClean="0">
                <a:solidFill>
                  <a:srgbClr val="C00000"/>
                </a:solidFill>
              </a:rPr>
              <a:t>Key Findings:-</a:t>
            </a:r>
          </a:p>
          <a:p>
            <a:endParaRPr lang="en-US" b="1" u="sng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DAX KPIs enable company-level analysis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Sector benchmarking identifies industry leaders 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Comparative analytics supports investment decisions</a:t>
            </a:r>
          </a:p>
          <a:p>
            <a:pPr algn="ctr"/>
            <a:endParaRPr lang="en-US" b="1" u="sng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76400"/>
            <a:ext cx="8537448" cy="4648200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Top </a:t>
            </a:r>
            <a:r>
              <a:rPr lang="en-US" b="1" u="sng" dirty="0" smtClean="0">
                <a:solidFill>
                  <a:srgbClr val="C00000"/>
                </a:solidFill>
              </a:rPr>
              <a:t>Insights:-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Strong companies consistently generate higher </a:t>
            </a:r>
            <a:r>
              <a:rPr lang="en-US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cashflows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Debt-heavy firms show weaker financial scores.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IT and selected FMCG companies demonstrate financial stability.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Growth and dividend consistency improve overall health score.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Sector intelligence helps identify outperforming industries.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828800"/>
            <a:ext cx="8503920" cy="4270248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Challenge</a:t>
            </a:r>
            <a:r>
              <a:rPr lang="en-US" dirty="0" smtClean="0"/>
              <a:t>                                                             </a:t>
            </a:r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</a:p>
          <a:p>
            <a:pPr>
              <a:buNone/>
            </a:pPr>
            <a:r>
              <a:rPr lang="en-US" sz="2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Header </a:t>
            </a:r>
            <a:r>
              <a:rPr lang="en-US" sz="2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Issues                                                                                             </a:t>
            </a:r>
            <a:r>
              <a:rPr lang="en-US" sz="2000" dirty="0" smtClean="0"/>
              <a:t>ETL </a:t>
            </a:r>
            <a:r>
              <a:rPr lang="en-US" sz="2000" dirty="0" smtClean="0"/>
              <a:t>Cleaning</a:t>
            </a:r>
            <a:endParaRPr lang="en-US" sz="20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Missing </a:t>
            </a:r>
            <a:r>
              <a:rPr lang="en-US" sz="2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Values                                                                            </a:t>
            </a:r>
            <a:r>
              <a:rPr lang="en-US" sz="2000" dirty="0" smtClean="0"/>
              <a:t>Data </a:t>
            </a:r>
            <a:r>
              <a:rPr lang="en-US" sz="2000" dirty="0" smtClean="0"/>
              <a:t>Transformation</a:t>
            </a:r>
            <a:endParaRPr lang="en-US" sz="20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Sector Mapping </a:t>
            </a:r>
            <a:r>
              <a:rPr lang="en-US" sz="2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Missing                                                    </a:t>
            </a:r>
            <a:r>
              <a:rPr lang="en-US" sz="2000" dirty="0" smtClean="0"/>
              <a:t>Sector </a:t>
            </a:r>
            <a:r>
              <a:rPr lang="en-US" sz="2000" dirty="0" smtClean="0"/>
              <a:t>Enrichment Layer</a:t>
            </a:r>
            <a:endParaRPr lang="en-US" sz="20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Dashboard Dependency </a:t>
            </a:r>
            <a:r>
              <a:rPr lang="en-US" sz="2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Issues                                                   </a:t>
            </a:r>
            <a:r>
              <a:rPr lang="en-US" sz="2000" dirty="0" smtClean="0"/>
              <a:t>Versioned Datasets</a:t>
            </a:r>
            <a:endParaRPr lang="en-US" sz="20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Data </a:t>
            </a:r>
            <a:r>
              <a:rPr lang="en-US" sz="2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Consistency                                                                      </a:t>
            </a:r>
            <a:r>
              <a:rPr lang="en-US" sz="2000" dirty="0" smtClean="0"/>
              <a:t>Warehouse </a:t>
            </a:r>
            <a:r>
              <a:rPr lang="en-US" sz="2000" dirty="0" smtClean="0"/>
              <a:t>Validation</a:t>
            </a:r>
            <a:endParaRPr lang="en-US" sz="20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20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905000" y="2438400"/>
            <a:ext cx="5181600" cy="762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2057400" y="2819400"/>
            <a:ext cx="4191000" cy="762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3048000" y="3200400"/>
            <a:ext cx="2743200" cy="762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3657600" y="3581400"/>
            <a:ext cx="2819400" cy="762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2286000" y="3962400"/>
            <a:ext cx="3886200" cy="7620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ln w="28575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anchor="b">
            <a:normAutofit/>
          </a:bodyPr>
          <a:lstStyle/>
          <a:p>
            <a:r>
              <a:rPr lang="en-US" sz="3600" b="1" u="sng" dirty="0" smtClean="0">
                <a:solidFill>
                  <a:srgbClr val="00B05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752" y="1676400"/>
            <a:ext cx="8503920" cy="4572000"/>
          </a:xfr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Project </a:t>
            </a:r>
            <a:r>
              <a:rPr lang="en-US" b="1" u="sng" dirty="0" smtClean="0">
                <a:solidFill>
                  <a:srgbClr val="C00000"/>
                </a:solidFill>
              </a:rPr>
              <a:t>Achievements:-</a:t>
            </a:r>
            <a:endParaRPr lang="en-US" b="1" u="sng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ETL Automation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Postgre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-SQL 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Warehouse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ML Financial Scoring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7 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Power BI Dashboards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DAX Analytics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Sector Intelligence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Business Intelligence 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Reporting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Skills </a:t>
            </a:r>
            <a:r>
              <a:rPr lang="en-US" b="1" u="sng" dirty="0" smtClean="0">
                <a:solidFill>
                  <a:srgbClr val="C00000"/>
                </a:solidFill>
              </a:rPr>
              <a:t>Demonstrated:-</a:t>
            </a:r>
            <a:endParaRPr lang="en-US" b="1" u="sng" dirty="0" smtClean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Python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SQL </a:t>
            </a:r>
          </a:p>
          <a:p>
            <a:pPr>
              <a:buFont typeface="Wingdings" pitchFamily="2" charset="2"/>
              <a:buChar char="q"/>
            </a:pPr>
            <a:r>
              <a:rPr lang="en-US" b="1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Postgre</a:t>
            </a: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-SQL </a:t>
            </a:r>
            <a:endParaRPr lang="en-US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Data Engineering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Power BI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DAX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Financial Analytics 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Business Intelligence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ivic">
    <a:dk1>
      <a:sysClr val="windowText" lastClr="000000"/>
    </a:dk1>
    <a:lt1>
      <a:sysClr val="window" lastClr="FFFFFF"/>
    </a:lt1>
    <a:dk2>
      <a:srgbClr val="646B86"/>
    </a:dk2>
    <a:lt2>
      <a:srgbClr val="C5D1D7"/>
    </a:lt2>
    <a:accent1>
      <a:srgbClr val="D16349"/>
    </a:accent1>
    <a:accent2>
      <a:srgbClr val="CCB400"/>
    </a:accent2>
    <a:accent3>
      <a:srgbClr val="8CADAE"/>
    </a:accent3>
    <a:accent4>
      <a:srgbClr val="8C7B70"/>
    </a:accent4>
    <a:accent5>
      <a:srgbClr val="8FB08C"/>
    </a:accent5>
    <a:accent6>
      <a:srgbClr val="D19049"/>
    </a:accent6>
    <a:hlink>
      <a:srgbClr val="00A3D6"/>
    </a:hlink>
    <a:folHlink>
      <a:srgbClr val="694F0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422</Words>
  <Application>Microsoft Office PowerPoint</Application>
  <PresentationFormat>On-screen Show (4:3)</PresentationFormat>
  <Paragraphs>170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Civic</vt:lpstr>
      <vt:lpstr>NIFTY100 Financial Intelligence &amp; Business Analytics Platform</vt:lpstr>
      <vt:lpstr>Project  Overview</vt:lpstr>
      <vt:lpstr>Project Architecture</vt:lpstr>
      <vt:lpstr>Dataset Overview</vt:lpstr>
      <vt:lpstr>ETL Pipeline</vt:lpstr>
      <vt:lpstr>Data Engineering &amp; Warehouse</vt:lpstr>
      <vt:lpstr>Financial Metrics Engineering</vt:lpstr>
      <vt:lpstr>ML Health Scoring System</vt:lpstr>
      <vt:lpstr>Power BI Dashboard Overview</vt:lpstr>
      <vt:lpstr>Dashboard 1, 2 &amp; 3 Screenshots</vt:lpstr>
      <vt:lpstr>Dashboard 4 &amp; 5 Screenshots</vt:lpstr>
      <vt:lpstr>Dashboard 6 &amp; 7 Screenshots</vt:lpstr>
      <vt:lpstr>Key Business Insights</vt:lpstr>
      <vt:lpstr>Challenges &amp; Solutions</vt:lpstr>
      <vt:lpstr>Conclusion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44</cp:revision>
  <dcterms:created xsi:type="dcterms:W3CDTF">2006-08-16T00:00:00Z</dcterms:created>
  <dcterms:modified xsi:type="dcterms:W3CDTF">2026-05-31T13:44:19Z</dcterms:modified>
</cp:coreProperties>
</file>